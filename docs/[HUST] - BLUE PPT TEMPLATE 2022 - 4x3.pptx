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4"/>
  </p:sldMasterIdLst>
  <p:notesMasterIdLst>
    <p:notesMasterId r:id="rId17"/>
  </p:notesMasterIdLst>
  <p:handoutMasterIdLst>
    <p:handoutMasterId r:id="rId18"/>
  </p:handoutMasterIdLst>
  <p:sldIdLst>
    <p:sldId id="275" r:id="rId5"/>
    <p:sldId id="276" r:id="rId6"/>
    <p:sldId id="257" r:id="rId7"/>
    <p:sldId id="265" r:id="rId8"/>
    <p:sldId id="261" r:id="rId9"/>
    <p:sldId id="266" r:id="rId10"/>
    <p:sldId id="270" r:id="rId11"/>
    <p:sldId id="267" r:id="rId12"/>
    <p:sldId id="272" r:id="rId13"/>
    <p:sldId id="273" r:id="rId14"/>
    <p:sldId id="274" r:id="rId15"/>
    <p:sldId id="269"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napToGrid="0">
      <p:cViewPr varScale="1">
        <p:scale>
          <a:sx n="82" d="100"/>
          <a:sy n="82" d="100"/>
        </p:scale>
        <p:origin x="1454"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2026-01-27</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2026-01-27</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5980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6">
            <a:extLst>
              <a:ext uri="{FF2B5EF4-FFF2-40B4-BE49-F238E27FC236}">
                <a16:creationId xmlns:a16="http://schemas.microsoft.com/office/drawing/2014/main" id="{C5DD3B49-F775-49FC-ACAD-45B074D1C945}"/>
              </a:ext>
            </a:extLst>
          </p:cNvPr>
          <p:cNvSpPr>
            <a:spLocks noGrp="1"/>
          </p:cNvSpPr>
          <p:nvPr>
            <p:ph type="title" hasCustomPrompt="1"/>
          </p:nvPr>
        </p:nvSpPr>
        <p:spPr>
          <a:xfrm>
            <a:off x="2380488" y="2365248"/>
            <a:ext cx="4383024" cy="2127504"/>
          </a:xfrm>
          <a:prstGeom prst="rect">
            <a:avLst/>
          </a:prstGeom>
        </p:spPr>
        <p:txBody>
          <a:bodyPr/>
          <a:lstStyle>
            <a:lvl1pPr algn="ctr">
              <a:defRPr sz="4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CLICK TO EDIT MASTER TITLE STYLE</a:t>
            </a:r>
          </a:p>
        </p:txBody>
      </p:sp>
    </p:spTree>
    <p:extLst>
      <p:ext uri="{BB962C8B-B14F-4D97-AF65-F5344CB8AC3E}">
        <p14:creationId xmlns:p14="http://schemas.microsoft.com/office/powerpoint/2010/main" val="6788040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6494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2026-01-27</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sz="quarter" idx="13"/>
          </p:nvPr>
        </p:nvSpPr>
        <p:spPr>
          <a:xfrm>
            <a:off x="235077" y="841247"/>
            <a:ext cx="8674100" cy="530339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675470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2026-01-27</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2: ………………………………………</a:t>
            </a:r>
          </a:p>
        </p:txBody>
      </p:sp>
    </p:spTree>
    <p:extLst>
      <p:ext uri="{BB962C8B-B14F-4D97-AF65-F5344CB8AC3E}">
        <p14:creationId xmlns:p14="http://schemas.microsoft.com/office/powerpoint/2010/main" val="3148809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2026-01-27</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963168"/>
            <a:ext cx="8674100" cy="513283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17985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2026-01-27</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 ………………………………………</a:t>
            </a:r>
          </a:p>
        </p:txBody>
      </p:sp>
    </p:spTree>
    <p:extLst>
      <p:ext uri="{BB962C8B-B14F-4D97-AF65-F5344CB8AC3E}">
        <p14:creationId xmlns:p14="http://schemas.microsoft.com/office/powerpoint/2010/main" val="13534025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6">
            <a:extLst>
              <a:ext uri="{FF2B5EF4-FFF2-40B4-BE49-F238E27FC236}">
                <a16:creationId xmlns:a16="http://schemas.microsoft.com/office/drawing/2014/main" id="{689FBFE6-E7AD-40DE-88B8-794C73F956C5}"/>
              </a:ext>
            </a:extLst>
          </p:cNvPr>
          <p:cNvSpPr>
            <a:spLocks noGrp="1"/>
          </p:cNvSpPr>
          <p:nvPr>
            <p:ph type="title" hasCustomPrompt="1"/>
          </p:nvPr>
        </p:nvSpPr>
        <p:spPr>
          <a:xfrm>
            <a:off x="3511295" y="224917"/>
            <a:ext cx="5397627" cy="451739"/>
          </a:xfrm>
          <a:prstGeom prst="rect">
            <a:avLst/>
          </a:prstGeom>
        </p:spPr>
        <p:txBody>
          <a:bodyPr/>
          <a:lstStyle>
            <a:lvl1pPr>
              <a:defRPr sz="28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dirty="0"/>
              <a:t>Title 5: ……………………………………</a:t>
            </a:r>
          </a:p>
        </p:txBody>
      </p:sp>
      <p:sp>
        <p:nvSpPr>
          <p:cNvPr id="12" name="Text Placeholder 7">
            <a:extLst>
              <a:ext uri="{FF2B5EF4-FFF2-40B4-BE49-F238E27FC236}">
                <a16:creationId xmlns:a16="http://schemas.microsoft.com/office/drawing/2014/main" id="{1C2ED7A5-CBB5-4B5C-BD2A-3596087A71FA}"/>
              </a:ext>
            </a:extLst>
          </p:cNvPr>
          <p:cNvSpPr>
            <a:spLocks noGrp="1"/>
          </p:cNvSpPr>
          <p:nvPr>
            <p:ph type="body" sz="quarter" idx="13"/>
          </p:nvPr>
        </p:nvSpPr>
        <p:spPr>
          <a:xfrm>
            <a:off x="3524251" y="1011238"/>
            <a:ext cx="5384672" cy="552926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E21F2271-B488-4DC9-A50E-592D82F22CE9}"/>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2026-01-27</a:t>
            </a:fld>
            <a:endParaRPr lang="en-US"/>
          </a:p>
        </p:txBody>
      </p:sp>
      <p:sp>
        <p:nvSpPr>
          <p:cNvPr id="14" name="Footer Placeholder 4">
            <a:extLst>
              <a:ext uri="{FF2B5EF4-FFF2-40B4-BE49-F238E27FC236}">
                <a16:creationId xmlns:a16="http://schemas.microsoft.com/office/drawing/2014/main" id="{706E966D-F219-41DE-82BF-3F3121B7DCCC}"/>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5" name="Slide Number Placeholder 5">
            <a:extLst>
              <a:ext uri="{FF2B5EF4-FFF2-40B4-BE49-F238E27FC236}">
                <a16:creationId xmlns:a16="http://schemas.microsoft.com/office/drawing/2014/main" id="{AF61A491-C108-489A-B2EA-9FC27DAD4D2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33133887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2026-01-27</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3938540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2026-01-27</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963168"/>
            <a:ext cx="8674100" cy="513283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342310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2026-01-27</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1629018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2026-01-27</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215024"/>
            <a:ext cx="8674100" cy="4880975"/>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664829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2026-01-27</a:t>
            </a:fld>
            <a:endParaRPr lang="en-US"/>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817046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9895280"/>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83" r:id="rId7"/>
    <p:sldLayoutId id="2147483676" r:id="rId8"/>
    <p:sldLayoutId id="2147483679" r:id="rId9"/>
    <p:sldLayoutId id="2147483680" r:id="rId10"/>
    <p:sldLayoutId id="2147483681" r:id="rId11"/>
    <p:sldLayoutId id="2147483682" r:id="rId12"/>
    <p:sldLayoutId id="2147483678"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20864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A3716-1A4C-0838-86B6-64CAAF77DF5B}"/>
              </a:ext>
            </a:extLst>
          </p:cNvPr>
          <p:cNvSpPr>
            <a:spLocks noGrp="1"/>
          </p:cNvSpPr>
          <p:nvPr>
            <p:ph type="title"/>
          </p:nvPr>
        </p:nvSpPr>
        <p:spPr>
          <a:xfrm>
            <a:off x="1054950" y="275191"/>
            <a:ext cx="7034100" cy="2127504"/>
          </a:xfrm>
        </p:spPr>
        <p:txBody>
          <a:bodyPr/>
          <a:lstStyle/>
          <a:p>
            <a:r>
              <a:rPr lang="en-US"/>
              <a:t>ĐẠI HỌC BÁCH KHOA HÀ NỘI</a:t>
            </a:r>
          </a:p>
        </p:txBody>
      </p:sp>
    </p:spTree>
    <p:extLst>
      <p:ext uri="{BB962C8B-B14F-4D97-AF65-F5344CB8AC3E}">
        <p14:creationId xmlns:p14="http://schemas.microsoft.com/office/powerpoint/2010/main" val="945003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a:extLst>
              <a:ext uri="{FF2B5EF4-FFF2-40B4-BE49-F238E27FC236}">
                <a16:creationId xmlns:a16="http://schemas.microsoft.com/office/drawing/2014/main" id="{67FB4AA9-E9AF-4CE0-A0DC-99D79528900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012" y="398419"/>
            <a:ext cx="2037225" cy="611594"/>
          </a:xfrm>
          <a:prstGeom prst="rect">
            <a:avLst/>
          </a:prstGeom>
        </p:spPr>
      </p:pic>
      <p:sp>
        <p:nvSpPr>
          <p:cNvPr id="11" name="Title 6">
            <a:extLst>
              <a:ext uri="{FF2B5EF4-FFF2-40B4-BE49-F238E27FC236}">
                <a16:creationId xmlns:a16="http://schemas.microsoft.com/office/drawing/2014/main" id="{FF8BDF70-CFA6-4031-86B7-31F910D8115D}"/>
              </a:ext>
            </a:extLst>
          </p:cNvPr>
          <p:cNvSpPr txBox="1">
            <a:spLocks/>
          </p:cNvSpPr>
          <p:nvPr/>
        </p:nvSpPr>
        <p:spPr>
          <a:xfrm>
            <a:off x="900759" y="2188370"/>
            <a:ext cx="7342482" cy="848792"/>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ctr"/>
            <a:r>
              <a:rPr lang="en-US"/>
              <a:t>ĐỒ ÁN TỐT NGHIỆP</a:t>
            </a:r>
            <a:endParaRPr lang="en-US" dirty="0"/>
          </a:p>
        </p:txBody>
      </p:sp>
      <p:sp>
        <p:nvSpPr>
          <p:cNvPr id="12" name="Title 6">
            <a:extLst>
              <a:ext uri="{FF2B5EF4-FFF2-40B4-BE49-F238E27FC236}">
                <a16:creationId xmlns:a16="http://schemas.microsoft.com/office/drawing/2014/main" id="{A4ACF486-B7D8-4A5A-B633-83527A2F99E2}"/>
              </a:ext>
            </a:extLst>
          </p:cNvPr>
          <p:cNvSpPr txBox="1">
            <a:spLocks/>
          </p:cNvSpPr>
          <p:nvPr/>
        </p:nvSpPr>
        <p:spPr>
          <a:xfrm>
            <a:off x="900759" y="3169360"/>
            <a:ext cx="7342482" cy="2758533"/>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ctr"/>
            <a:r>
              <a:rPr lang="en-US" sz="2800" b="0"/>
              <a:t>Phát triển website tuyển dụng thông minh</a:t>
            </a:r>
            <a:endParaRPr lang="en-US" sz="2800" b="0" dirty="0"/>
          </a:p>
          <a:p>
            <a:endParaRPr lang="en-US" sz="2800" b="0"/>
          </a:p>
          <a:p>
            <a:endParaRPr lang="en-US" sz="3600" b="0"/>
          </a:p>
          <a:p>
            <a:pPr fontAlgn="base"/>
            <a:r>
              <a:rPr lang="vi-VN" sz="2400"/>
              <a:t>Giảng viên hướng dẫn:</a:t>
            </a:r>
            <a:endParaRPr lang="vi-VN" sz="2400" b="0"/>
          </a:p>
          <a:p>
            <a:pPr fontAlgn="base"/>
            <a:r>
              <a:rPr lang="vi-VN" sz="2400"/>
              <a:t>Sinh viên thực hiện:</a:t>
            </a:r>
            <a:endParaRPr lang="vi-VN" sz="2400" b="0"/>
          </a:p>
          <a:p>
            <a:endParaRPr lang="en-US" sz="2400" b="0"/>
          </a:p>
          <a:p>
            <a:endParaRPr lang="en-US" sz="2800" b="0" dirty="0"/>
          </a:p>
          <a:p>
            <a:endParaRPr lang="en-US" sz="2800" b="0" dirty="0"/>
          </a:p>
        </p:txBody>
      </p:sp>
    </p:spTree>
    <p:extLst>
      <p:ext uri="{BB962C8B-B14F-4D97-AF65-F5344CB8AC3E}">
        <p14:creationId xmlns:p14="http://schemas.microsoft.com/office/powerpoint/2010/main" val="743172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101F79-2CBF-4392-B538-B0B5700DB4C6}"/>
              </a:ext>
            </a:extLst>
          </p:cNvPr>
          <p:cNvSpPr>
            <a:spLocks noGrp="1"/>
          </p:cNvSpPr>
          <p:nvPr>
            <p:ph type="sldNum" sz="quarter" idx="12"/>
          </p:nvPr>
        </p:nvSpPr>
        <p:spPr/>
        <p:txBody>
          <a:bodyPr/>
          <a:lstStyle/>
          <a:p>
            <a:fld id="{9EA0BE3B-158A-4EDF-80DC-E394A0D1600F}" type="slidenum">
              <a:rPr lang="en-US" smtClean="0"/>
              <a:pPr/>
              <a:t>4</a:t>
            </a:fld>
            <a:endParaRPr lang="en-US" dirty="0"/>
          </a:p>
        </p:txBody>
      </p:sp>
      <p:sp>
        <p:nvSpPr>
          <p:cNvPr id="3" name="Title 2">
            <a:extLst>
              <a:ext uri="{FF2B5EF4-FFF2-40B4-BE49-F238E27FC236}">
                <a16:creationId xmlns:a16="http://schemas.microsoft.com/office/drawing/2014/main" id="{9EF27CAA-32BA-4E6B-B8C0-1A481E08E81D}"/>
              </a:ext>
            </a:extLst>
          </p:cNvPr>
          <p:cNvSpPr>
            <a:spLocks noGrp="1"/>
          </p:cNvSpPr>
          <p:nvPr>
            <p:ph type="title"/>
          </p:nvPr>
        </p:nvSpPr>
        <p:spPr>
          <a:xfrm>
            <a:off x="617634" y="2958202"/>
            <a:ext cx="2312180" cy="941596"/>
          </a:xfrm>
        </p:spPr>
        <p:txBody>
          <a:bodyPr/>
          <a:lstStyle/>
          <a:p>
            <a:r>
              <a:rPr lang="en-US">
                <a:solidFill>
                  <a:schemeClr val="tx1"/>
                </a:solidFill>
              </a:rPr>
              <a:t>NỘI DUNG TRÌNH BÀY</a:t>
            </a:r>
          </a:p>
        </p:txBody>
      </p:sp>
      <p:sp>
        <p:nvSpPr>
          <p:cNvPr id="4" name="Content Placeholder 3">
            <a:extLst>
              <a:ext uri="{FF2B5EF4-FFF2-40B4-BE49-F238E27FC236}">
                <a16:creationId xmlns:a16="http://schemas.microsoft.com/office/drawing/2014/main" id="{59563378-38F8-4CB3-AF99-2C56FCF55404}"/>
              </a:ext>
            </a:extLst>
          </p:cNvPr>
          <p:cNvSpPr>
            <a:spLocks noGrp="1"/>
          </p:cNvSpPr>
          <p:nvPr>
            <p:ph sz="quarter" idx="13"/>
          </p:nvPr>
        </p:nvSpPr>
        <p:spPr>
          <a:xfrm>
            <a:off x="3088434" y="777303"/>
            <a:ext cx="5368988" cy="5303393"/>
          </a:xfrm>
        </p:spPr>
        <p:txBody>
          <a:bodyPr/>
          <a:lstStyle/>
          <a:p>
            <a:pPr marL="514350" indent="-514350">
              <a:buAutoNum type="arabicPeriod"/>
            </a:pPr>
            <a:endParaRPr lang="en-US"/>
          </a:p>
          <a:p>
            <a:pPr marL="514350" indent="-514350">
              <a:buAutoNum type="arabicPeriod"/>
            </a:pPr>
            <a:endParaRPr lang="en-US"/>
          </a:p>
          <a:p>
            <a:pPr marL="514350" indent="-514350">
              <a:buAutoNum type="arabicPeriod"/>
            </a:pPr>
            <a:r>
              <a:rPr lang="en-US"/>
              <a:t>GIỚI THIỆU ĐỀ TÀI</a:t>
            </a:r>
          </a:p>
          <a:p>
            <a:pPr marL="514350" indent="-514350">
              <a:buAutoNum type="arabicPeriod"/>
            </a:pPr>
            <a:r>
              <a:rPr lang="en-US"/>
              <a:t>PHÂN TÍCH VÀ THIẾT KẾ</a:t>
            </a:r>
          </a:p>
          <a:p>
            <a:pPr marL="514350" indent="-514350">
              <a:buAutoNum type="arabicPeriod"/>
            </a:pPr>
            <a:r>
              <a:rPr lang="en-US"/>
              <a:t>XÂY DỰNG HỆ THỐNG</a:t>
            </a:r>
          </a:p>
          <a:p>
            <a:pPr marL="514350" indent="-514350">
              <a:buAutoNum type="arabicPeriod"/>
            </a:pPr>
            <a:r>
              <a:rPr lang="en-US"/>
              <a:t>KẾT QUẢ ĐẠT ĐƯỢC</a:t>
            </a:r>
          </a:p>
          <a:p>
            <a:pPr marL="514350" indent="-514350">
              <a:buAutoNum type="arabicPeriod"/>
            </a:pPr>
            <a:r>
              <a:rPr lang="en-US"/>
              <a:t>KẾT LUẬN</a:t>
            </a:r>
          </a:p>
        </p:txBody>
      </p:sp>
    </p:spTree>
    <p:extLst>
      <p:ext uri="{BB962C8B-B14F-4D97-AF65-F5344CB8AC3E}">
        <p14:creationId xmlns:p14="http://schemas.microsoft.com/office/powerpoint/2010/main" val="2923640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776946D-AB92-4D05-97ED-4EDF0AB0FF55}"/>
              </a:ext>
            </a:extLst>
          </p:cNvPr>
          <p:cNvSpPr>
            <a:spLocks noGrp="1"/>
          </p:cNvSpPr>
          <p:nvPr>
            <p:ph type="sldNum" sz="quarter" idx="12"/>
          </p:nvPr>
        </p:nvSpPr>
        <p:spPr>
          <a:xfrm>
            <a:off x="6867383" y="6492878"/>
            <a:ext cx="2057400" cy="365125"/>
          </a:xfrm>
          <a:prstGeom prst="rect">
            <a:avLst/>
          </a:prstGeom>
        </p:spPr>
        <p:txBody>
          <a:bodyPr/>
          <a:lstStyle/>
          <a:p>
            <a:fld id="{9EA0BE3B-158A-4EDF-80DC-E394A0D1600F}" type="slidenum">
              <a:rPr lang="en-US" smtClean="0"/>
              <a:pPr/>
              <a:t>5</a:t>
            </a:fld>
            <a:endParaRPr lang="en-US"/>
          </a:p>
        </p:txBody>
      </p:sp>
      <p:sp>
        <p:nvSpPr>
          <p:cNvPr id="2" name="Title 1">
            <a:extLst>
              <a:ext uri="{FF2B5EF4-FFF2-40B4-BE49-F238E27FC236}">
                <a16:creationId xmlns:a16="http://schemas.microsoft.com/office/drawing/2014/main" id="{4FB6CB3A-046A-4C56-A02D-DBF672421CAF}"/>
              </a:ext>
            </a:extLst>
          </p:cNvPr>
          <p:cNvSpPr>
            <a:spLocks noGrp="1"/>
          </p:cNvSpPr>
          <p:nvPr>
            <p:ph type="title"/>
          </p:nvPr>
        </p:nvSpPr>
        <p:spPr>
          <a:xfrm>
            <a:off x="254052" y="112543"/>
            <a:ext cx="8635896" cy="436098"/>
          </a:xfrm>
          <a:prstGeom prst="rect">
            <a:avLst/>
          </a:prstGeom>
        </p:spPr>
        <p:txBody>
          <a:bodyPr/>
          <a:lstStyle/>
          <a:p>
            <a:r>
              <a:rPr lang="en-US"/>
              <a:t>1. GIỚI THIỆU ĐỀ TÀI</a:t>
            </a:r>
          </a:p>
        </p:txBody>
      </p:sp>
      <p:pic>
        <p:nvPicPr>
          <p:cNvPr id="6" name="Picture Placeholder 5">
            <a:extLst>
              <a:ext uri="{FF2B5EF4-FFF2-40B4-BE49-F238E27FC236}">
                <a16:creationId xmlns:a16="http://schemas.microsoft.com/office/drawing/2014/main" id="{BE01C5A2-0434-C443-B4BA-BDDAD39E7681}"/>
              </a:ext>
            </a:extLst>
          </p:cNvPr>
          <p:cNvPicPr>
            <a:picLocks noGrp="1" noChangeAspect="1"/>
          </p:cNvPicPr>
          <p:nvPr>
            <p:ph type="pic" sz="quarter" idx="4294967295"/>
          </p:nvPr>
        </p:nvPicPr>
        <p:blipFill>
          <a:blip r:embed="rId2"/>
          <a:stretch>
            <a:fillRect/>
          </a:stretch>
        </p:blipFill>
        <p:spPr>
          <a:xfrm>
            <a:off x="198068" y="1652764"/>
            <a:ext cx="4525347" cy="2528224"/>
          </a:xfrm>
          <a:prstGeom prst="rect">
            <a:avLst/>
          </a:prstGeom>
        </p:spPr>
      </p:pic>
      <p:sp>
        <p:nvSpPr>
          <p:cNvPr id="7" name="Title 1">
            <a:extLst>
              <a:ext uri="{FF2B5EF4-FFF2-40B4-BE49-F238E27FC236}">
                <a16:creationId xmlns:a16="http://schemas.microsoft.com/office/drawing/2014/main" id="{82EBAC25-3BD5-21CB-4406-B1889D3F3DC1}"/>
              </a:ext>
            </a:extLst>
          </p:cNvPr>
          <p:cNvSpPr txBox="1">
            <a:spLocks/>
          </p:cNvSpPr>
          <p:nvPr/>
        </p:nvSpPr>
        <p:spPr>
          <a:xfrm>
            <a:off x="70550" y="1216666"/>
            <a:ext cx="2793948" cy="436098"/>
          </a:xfrm>
          <a:prstGeom prst="rect">
            <a:avLst/>
          </a:prstGeom>
        </p:spPr>
        <p:txBody>
          <a:bodyPr/>
          <a:lstStyle>
            <a:lvl1pPr algn="l" defTabSz="914400" rtl="0" eaLnBrk="1" latinLnBrk="0" hangingPunct="1">
              <a:lnSpc>
                <a:spcPct val="90000"/>
              </a:lnSpc>
              <a:spcBef>
                <a:spcPct val="0"/>
              </a:spcBef>
              <a:buNone/>
              <a:defRPr sz="2800" b="1" kern="1200">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sz="2400">
                <a:solidFill>
                  <a:schemeClr val="tx1"/>
                </a:solidFill>
              </a:rPr>
              <a:t>1.1	Đặt vấn đề</a:t>
            </a:r>
          </a:p>
        </p:txBody>
      </p:sp>
      <p:sp>
        <p:nvSpPr>
          <p:cNvPr id="8" name="Title 1">
            <a:extLst>
              <a:ext uri="{FF2B5EF4-FFF2-40B4-BE49-F238E27FC236}">
                <a16:creationId xmlns:a16="http://schemas.microsoft.com/office/drawing/2014/main" id="{1A5F1744-E712-B1BB-49FA-339719D5E085}"/>
              </a:ext>
            </a:extLst>
          </p:cNvPr>
          <p:cNvSpPr txBox="1">
            <a:spLocks/>
          </p:cNvSpPr>
          <p:nvPr/>
        </p:nvSpPr>
        <p:spPr>
          <a:xfrm>
            <a:off x="2754709" y="6492878"/>
            <a:ext cx="2117997" cy="436098"/>
          </a:xfrm>
          <a:prstGeom prst="rect">
            <a:avLst/>
          </a:prstGeom>
        </p:spPr>
        <p:txBody>
          <a:bodyPr/>
          <a:lstStyle>
            <a:lvl1pPr algn="l" defTabSz="914400" rtl="0" eaLnBrk="1" latinLnBrk="0" hangingPunct="1">
              <a:lnSpc>
                <a:spcPct val="90000"/>
              </a:lnSpc>
              <a:spcBef>
                <a:spcPct val="0"/>
              </a:spcBef>
              <a:buNone/>
              <a:defRPr sz="2800" b="1" kern="1200">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sz="1400" b="0" i="1">
                <a:solidFill>
                  <a:schemeClr val="tx1"/>
                </a:solidFill>
                <a:latin typeface="Times New Roman" panose="02020603050405020304" pitchFamily="18" charset="0"/>
                <a:cs typeface="Times New Roman" panose="02020603050405020304" pitchFamily="18" charset="0"/>
              </a:rPr>
              <a:t>ảnh: timviec.com.vn</a:t>
            </a:r>
          </a:p>
        </p:txBody>
      </p:sp>
      <p:sp>
        <p:nvSpPr>
          <p:cNvPr id="12" name="TextBox 11">
            <a:extLst>
              <a:ext uri="{FF2B5EF4-FFF2-40B4-BE49-F238E27FC236}">
                <a16:creationId xmlns:a16="http://schemas.microsoft.com/office/drawing/2014/main" id="{54779440-2100-7FDA-4498-68871685F76B}"/>
              </a:ext>
            </a:extLst>
          </p:cNvPr>
          <p:cNvSpPr txBox="1"/>
          <p:nvPr/>
        </p:nvSpPr>
        <p:spPr>
          <a:xfrm>
            <a:off x="4850933" y="1652764"/>
            <a:ext cx="4200743" cy="2585323"/>
          </a:xfrm>
          <a:prstGeom prst="rect">
            <a:avLst/>
          </a:prstGeom>
          <a:noFill/>
        </p:spPr>
        <p:txBody>
          <a:bodyPr wrap="square">
            <a:spAutoFit/>
          </a:bodyPr>
          <a:lstStyle/>
          <a:p>
            <a:r>
              <a:rPr lang="vi-VN">
                <a:latin typeface="Lato" panose="020F0502020204030203" pitchFamily="34" charset="0"/>
                <a:ea typeface="Lato" panose="020F0502020204030203" pitchFamily="34" charset="0"/>
                <a:cs typeface="Lato" panose="020F0502020204030203" pitchFamily="34" charset="0"/>
              </a:rPr>
              <a:t>Thị trường lao động đang chịu tác động mạnh mẽ của chuyển đổi số, nhưng hoạt động tuyển dụng vẫn chủ yếu theo phương thức truyền thống với nhiều hạn chế. Các website tuyển dụng hiện tại hoạt động theo mô hình đăng tin và tìm kiếm thủ công, chưa khai thác hiệu quả dữ liệu để hỗ trợ quá trình sàng lọc và gợi ý.</a:t>
            </a:r>
          </a:p>
        </p:txBody>
      </p:sp>
      <p:sp>
        <p:nvSpPr>
          <p:cNvPr id="14" name="TextBox 13">
            <a:extLst>
              <a:ext uri="{FF2B5EF4-FFF2-40B4-BE49-F238E27FC236}">
                <a16:creationId xmlns:a16="http://schemas.microsoft.com/office/drawing/2014/main" id="{4AF56637-B630-461D-86DC-0E65B2D99752}"/>
              </a:ext>
            </a:extLst>
          </p:cNvPr>
          <p:cNvSpPr txBox="1"/>
          <p:nvPr/>
        </p:nvSpPr>
        <p:spPr>
          <a:xfrm>
            <a:off x="236634" y="4367436"/>
            <a:ext cx="8670731" cy="1200329"/>
          </a:xfrm>
          <a:prstGeom prst="rect">
            <a:avLst/>
          </a:prstGeom>
          <a:noFill/>
        </p:spPr>
        <p:txBody>
          <a:bodyPr wrap="square">
            <a:spAutoFit/>
          </a:bodyPr>
          <a:lstStyle/>
          <a:p>
            <a:r>
              <a:rPr lang="en-US">
                <a:latin typeface="Lato" panose="020F0502020204030203" pitchFamily="34" charset="0"/>
                <a:ea typeface="Lato" panose="020F0502020204030203" pitchFamily="34" charset="0"/>
                <a:cs typeface="Lato" panose="020F0502020204030203" pitchFamily="34" charset="0"/>
              </a:rPr>
              <a:t>Vấn đề:</a:t>
            </a:r>
          </a:p>
          <a:p>
            <a:r>
              <a:rPr lang="en-US">
                <a:latin typeface="Lato" panose="020F0502020204030203" pitchFamily="34" charset="0"/>
                <a:ea typeface="Lato" panose="020F0502020204030203" pitchFamily="34" charset="0"/>
                <a:cs typeface="Lato" panose="020F0502020204030203" pitchFamily="34" charset="0"/>
              </a:rPr>
              <a:t>Ứ</a:t>
            </a:r>
            <a:r>
              <a:rPr lang="vi-VN">
                <a:latin typeface="Lato" panose="020F0502020204030203" pitchFamily="34" charset="0"/>
                <a:ea typeface="Lato" panose="020F0502020204030203" pitchFamily="34" charset="0"/>
                <a:cs typeface="Lato" panose="020F0502020204030203" pitchFamily="34" charset="0"/>
              </a:rPr>
              <a:t>ng viên </a:t>
            </a:r>
            <a:r>
              <a:rPr lang="en-US">
                <a:latin typeface="Lato" panose="020F0502020204030203" pitchFamily="34" charset="0"/>
                <a:ea typeface="Lato" panose="020F0502020204030203" pitchFamily="34" charset="0"/>
                <a:cs typeface="Lato" panose="020F0502020204030203" pitchFamily="34" charset="0"/>
              </a:rPr>
              <a:t>m</a:t>
            </a:r>
            <a:r>
              <a:rPr lang="vi-VN">
                <a:latin typeface="Lato" panose="020F0502020204030203" pitchFamily="34" charset="0"/>
                <a:ea typeface="Lato" panose="020F0502020204030203" pitchFamily="34" charset="0"/>
                <a:cs typeface="Lato" panose="020F0502020204030203" pitchFamily="34" charset="0"/>
              </a:rPr>
              <a:t>ất nhiều thời gian tìm kiếm công việc phù hợp</a:t>
            </a:r>
            <a:r>
              <a:rPr lang="en-US">
                <a:latin typeface="Lato" panose="020F0502020204030203" pitchFamily="34" charset="0"/>
                <a:ea typeface="Lato" panose="020F0502020204030203" pitchFamily="34" charset="0"/>
                <a:cs typeface="Lato" panose="020F0502020204030203" pitchFamily="34" charset="0"/>
              </a:rPr>
              <a:t> do chưa biết công việc nào phù hợp với mình. </a:t>
            </a:r>
          </a:p>
          <a:p>
            <a:r>
              <a:rPr lang="vi-VN">
                <a:latin typeface="Lato" panose="020F0502020204030203" pitchFamily="34" charset="0"/>
                <a:ea typeface="Lato" panose="020F0502020204030203" pitchFamily="34" charset="0"/>
                <a:cs typeface="Lato" panose="020F0502020204030203" pitchFamily="34" charset="0"/>
              </a:rPr>
              <a:t>Nhà tuyển dụng</a:t>
            </a:r>
            <a:r>
              <a:rPr lang="en-US">
                <a:latin typeface="Lato" panose="020F0502020204030203" pitchFamily="34" charset="0"/>
                <a:ea typeface="Lato" panose="020F0502020204030203" pitchFamily="34" charset="0"/>
                <a:cs typeface="Lato" panose="020F0502020204030203" pitchFamily="34" charset="0"/>
              </a:rPr>
              <a:t> n</a:t>
            </a:r>
            <a:r>
              <a:rPr lang="vi-VN">
                <a:latin typeface="Lato" panose="020F0502020204030203" pitchFamily="34" charset="0"/>
                <a:ea typeface="Lato" panose="020F0502020204030203" pitchFamily="34" charset="0"/>
                <a:cs typeface="Lato" panose="020F0502020204030203" pitchFamily="34" charset="0"/>
              </a:rPr>
              <a:t>hận nhiều hồ sơ</a:t>
            </a:r>
            <a:r>
              <a:rPr lang="en-US">
                <a:latin typeface="Lato" panose="020F0502020204030203" pitchFamily="34" charset="0"/>
                <a:ea typeface="Lato" panose="020F0502020204030203" pitchFamily="34" charset="0"/>
                <a:cs typeface="Lato" panose="020F0502020204030203" pitchFamily="34" charset="0"/>
              </a:rPr>
              <a:t> và mất thời gian chọn lọc</a:t>
            </a:r>
            <a:endParaRPr lang="vi-VN">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640846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9CAB07-B0CD-4712-9734-2D3CBC72598C}"/>
              </a:ext>
            </a:extLst>
          </p:cNvPr>
          <p:cNvSpPr>
            <a:spLocks noGrp="1"/>
          </p:cNvSpPr>
          <p:nvPr>
            <p:ph type="sldNum" sz="quarter" idx="12"/>
          </p:nvPr>
        </p:nvSpPr>
        <p:spPr/>
        <p:txBody>
          <a:bodyPr/>
          <a:lstStyle/>
          <a:p>
            <a:fld id="{9EA0BE3B-158A-4EDF-80DC-E394A0D1600F}" type="slidenum">
              <a:rPr lang="en-US" smtClean="0"/>
              <a:pPr/>
              <a:t>6</a:t>
            </a:fld>
            <a:endParaRPr lang="en-US" dirty="0"/>
          </a:p>
        </p:txBody>
      </p:sp>
      <p:sp>
        <p:nvSpPr>
          <p:cNvPr id="3" name="Title 2">
            <a:extLst>
              <a:ext uri="{FF2B5EF4-FFF2-40B4-BE49-F238E27FC236}">
                <a16:creationId xmlns:a16="http://schemas.microsoft.com/office/drawing/2014/main" id="{F39C6F49-1887-4BE4-A583-FB79B8A22935}"/>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BC311219-8684-45FC-A126-E067924AC7F7}"/>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27513584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AD8E52-349C-EF76-69EB-C09C6078A876}"/>
              </a:ext>
            </a:extLst>
          </p:cNvPr>
          <p:cNvSpPr>
            <a:spLocks noGrp="1"/>
          </p:cNvSpPr>
          <p:nvPr>
            <p:ph type="sldNum" sz="quarter" idx="12"/>
          </p:nvPr>
        </p:nvSpPr>
        <p:spPr/>
        <p:txBody>
          <a:bodyPr/>
          <a:lstStyle/>
          <a:p>
            <a:fld id="{9EA0BE3B-158A-4EDF-80DC-E394A0D1600F}" type="slidenum">
              <a:rPr lang="en-US" smtClean="0"/>
              <a:pPr/>
              <a:t>7</a:t>
            </a:fld>
            <a:endParaRPr lang="en-US" dirty="0"/>
          </a:p>
        </p:txBody>
      </p:sp>
      <p:sp>
        <p:nvSpPr>
          <p:cNvPr id="3" name="Content Placeholder 2">
            <a:extLst>
              <a:ext uri="{FF2B5EF4-FFF2-40B4-BE49-F238E27FC236}">
                <a16:creationId xmlns:a16="http://schemas.microsoft.com/office/drawing/2014/main" id="{A39BBC82-5CC8-86B3-6CF8-6714E6B82E38}"/>
              </a:ext>
            </a:extLst>
          </p:cNvPr>
          <p:cNvSpPr>
            <a:spLocks noGrp="1"/>
          </p:cNvSpPr>
          <p:nvPr>
            <p:ph sz="half" idx="1"/>
          </p:nvPr>
        </p:nvSpPr>
        <p:spPr/>
        <p:txBody>
          <a:bodyPr/>
          <a:lstStyle/>
          <a:p>
            <a:endParaRPr lang="en-US"/>
          </a:p>
        </p:txBody>
      </p:sp>
      <p:sp>
        <p:nvSpPr>
          <p:cNvPr id="4" name="Content Placeholder 3">
            <a:extLst>
              <a:ext uri="{FF2B5EF4-FFF2-40B4-BE49-F238E27FC236}">
                <a16:creationId xmlns:a16="http://schemas.microsoft.com/office/drawing/2014/main" id="{E62E6E8B-CA6C-55F9-B624-AB2BC25AF2A3}"/>
              </a:ext>
            </a:extLst>
          </p:cNvPr>
          <p:cNvSpPr>
            <a:spLocks noGrp="1"/>
          </p:cNvSpPr>
          <p:nvPr>
            <p:ph sz="half" idx="2"/>
          </p:nvPr>
        </p:nvSpPr>
        <p:spPr/>
        <p:txBody>
          <a:bodyPr/>
          <a:lstStyle/>
          <a:p>
            <a:endParaRPr lang="en-US"/>
          </a:p>
        </p:txBody>
      </p:sp>
      <p:sp>
        <p:nvSpPr>
          <p:cNvPr id="5" name="Title 4">
            <a:extLst>
              <a:ext uri="{FF2B5EF4-FFF2-40B4-BE49-F238E27FC236}">
                <a16:creationId xmlns:a16="http://schemas.microsoft.com/office/drawing/2014/main" id="{5131D202-5F2A-ABF7-24FC-3F311F569FC5}"/>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3418406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A7ECF-1792-4255-AF79-1338056A166B}"/>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387A365B-2C63-46A3-AD64-BA52831BEC40}"/>
              </a:ext>
            </a:extLst>
          </p:cNvPr>
          <p:cNvSpPr>
            <a:spLocks noGrp="1"/>
          </p:cNvSpPr>
          <p:nvPr>
            <p:ph type="body" sz="quarter" idx="13"/>
          </p:nvPr>
        </p:nvSpPr>
        <p:spPr/>
        <p:txBody>
          <a:bodyPr/>
          <a:lstStyle/>
          <a:p>
            <a:endParaRPr lang="en-US"/>
          </a:p>
        </p:txBody>
      </p:sp>
      <p:sp>
        <p:nvSpPr>
          <p:cNvPr id="4" name="Slide Number Placeholder 3">
            <a:extLst>
              <a:ext uri="{FF2B5EF4-FFF2-40B4-BE49-F238E27FC236}">
                <a16:creationId xmlns:a16="http://schemas.microsoft.com/office/drawing/2014/main" id="{FB67697B-E2F6-452F-B4AF-9444ACC6F580}"/>
              </a:ext>
            </a:extLst>
          </p:cNvPr>
          <p:cNvSpPr>
            <a:spLocks noGrp="1"/>
          </p:cNvSpPr>
          <p:nvPr>
            <p:ph type="sldNum" sz="quarter" idx="12"/>
          </p:nvPr>
        </p:nvSpPr>
        <p:spPr/>
        <p:txBody>
          <a:bodyPr/>
          <a:lstStyle/>
          <a:p>
            <a:fld id="{9EA0BE3B-158A-4EDF-80DC-E394A0D1600F}" type="slidenum">
              <a:rPr lang="en-US" smtClean="0"/>
              <a:pPr/>
              <a:t>8</a:t>
            </a:fld>
            <a:endParaRPr lang="en-US" dirty="0"/>
          </a:p>
        </p:txBody>
      </p:sp>
    </p:spTree>
    <p:extLst>
      <p:ext uri="{BB962C8B-B14F-4D97-AF65-F5344CB8AC3E}">
        <p14:creationId xmlns:p14="http://schemas.microsoft.com/office/powerpoint/2010/main" val="3194012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A5FD9F-F079-E7CB-275B-4B407F7320C6}"/>
              </a:ext>
            </a:extLst>
          </p:cNvPr>
          <p:cNvSpPr>
            <a:spLocks noGrp="1"/>
          </p:cNvSpPr>
          <p:nvPr>
            <p:ph type="sldNum" sz="quarter" idx="12"/>
          </p:nvPr>
        </p:nvSpPr>
        <p:spPr/>
        <p:txBody>
          <a:bodyPr/>
          <a:lstStyle/>
          <a:p>
            <a:fld id="{9EA0BE3B-158A-4EDF-80DC-E394A0D1600F}" type="slidenum">
              <a:rPr lang="en-US" smtClean="0"/>
              <a:pPr/>
              <a:t>9</a:t>
            </a:fld>
            <a:endParaRPr lang="en-US" dirty="0"/>
          </a:p>
        </p:txBody>
      </p:sp>
      <p:sp>
        <p:nvSpPr>
          <p:cNvPr id="3" name="Title 2">
            <a:extLst>
              <a:ext uri="{FF2B5EF4-FFF2-40B4-BE49-F238E27FC236}">
                <a16:creationId xmlns:a16="http://schemas.microsoft.com/office/drawing/2014/main" id="{CE73DABA-0E07-DDEE-86EE-B4224D9C9822}"/>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D7A5E0C5-7F9C-BDE6-162B-F94E54DA8B01}"/>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6447286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E2BCA-A953-E4E8-9DF4-8067541650B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2CD60EA-6653-3AE7-7289-DD8479DAF267}"/>
              </a:ext>
            </a:extLst>
          </p:cNvPr>
          <p:cNvSpPr>
            <a:spLocks noGrp="1"/>
          </p:cNvSpPr>
          <p:nvPr>
            <p:ph sz="half" idx="1"/>
          </p:nvPr>
        </p:nvSpPr>
        <p:spPr/>
        <p:txBody>
          <a:bodyPr/>
          <a:lstStyle/>
          <a:p>
            <a:endParaRPr lang="en-US"/>
          </a:p>
        </p:txBody>
      </p:sp>
      <p:sp>
        <p:nvSpPr>
          <p:cNvPr id="4" name="Content Placeholder 3">
            <a:extLst>
              <a:ext uri="{FF2B5EF4-FFF2-40B4-BE49-F238E27FC236}">
                <a16:creationId xmlns:a16="http://schemas.microsoft.com/office/drawing/2014/main" id="{8F3E6E5C-9744-5884-9CF6-BA4CC119CD42}"/>
              </a:ext>
            </a:extLst>
          </p:cNvPr>
          <p:cNvSpPr>
            <a:spLocks noGrp="1"/>
          </p:cNvSpPr>
          <p:nvPr>
            <p:ph sz="half" idx="2"/>
          </p:nvPr>
        </p:nvSpPr>
        <p:spPr/>
        <p:txBody>
          <a:bodyPr/>
          <a:lstStyle/>
          <a:p>
            <a:endParaRPr lang="en-US"/>
          </a:p>
        </p:txBody>
      </p:sp>
      <p:sp>
        <p:nvSpPr>
          <p:cNvPr id="5" name="Slide Number Placeholder 4">
            <a:extLst>
              <a:ext uri="{FF2B5EF4-FFF2-40B4-BE49-F238E27FC236}">
                <a16:creationId xmlns:a16="http://schemas.microsoft.com/office/drawing/2014/main" id="{60385C89-7D1D-5A90-6795-7FC575F1EE57}"/>
              </a:ext>
            </a:extLst>
          </p:cNvPr>
          <p:cNvSpPr>
            <a:spLocks noGrp="1"/>
          </p:cNvSpPr>
          <p:nvPr>
            <p:ph type="sldNum" sz="quarter" idx="12"/>
          </p:nvPr>
        </p:nvSpPr>
        <p:spPr/>
        <p:txBody>
          <a:bodyPr/>
          <a:lstStyle/>
          <a:p>
            <a:fld id="{9EA0BE3B-158A-4EDF-80DC-E394A0D1600F}" type="slidenum">
              <a:rPr lang="en-US" smtClean="0"/>
              <a:pPr/>
              <a:t>10</a:t>
            </a:fld>
            <a:endParaRPr lang="en-US" dirty="0"/>
          </a:p>
        </p:txBody>
      </p:sp>
    </p:spTree>
    <p:extLst>
      <p:ext uri="{BB962C8B-B14F-4D97-AF65-F5344CB8AC3E}">
        <p14:creationId xmlns:p14="http://schemas.microsoft.com/office/powerpoint/2010/main" val="25810695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9F331FF-7367-F4F4-10DC-9F4CB4892036}"/>
              </a:ext>
            </a:extLst>
          </p:cNvPr>
          <p:cNvSpPr>
            <a:spLocks noGrp="1"/>
          </p:cNvSpPr>
          <p:nvPr>
            <p:ph type="sldNum" sz="quarter" idx="12"/>
          </p:nvPr>
        </p:nvSpPr>
        <p:spPr/>
        <p:txBody>
          <a:bodyPr/>
          <a:lstStyle/>
          <a:p>
            <a:fld id="{9EA0BE3B-158A-4EDF-80DC-E394A0D1600F}" type="slidenum">
              <a:rPr lang="en-US" smtClean="0"/>
              <a:pPr/>
              <a:t>11</a:t>
            </a:fld>
            <a:endParaRPr lang="en-US" dirty="0"/>
          </a:p>
        </p:txBody>
      </p:sp>
      <p:sp>
        <p:nvSpPr>
          <p:cNvPr id="3" name="Title 2">
            <a:extLst>
              <a:ext uri="{FF2B5EF4-FFF2-40B4-BE49-F238E27FC236}">
                <a16:creationId xmlns:a16="http://schemas.microsoft.com/office/drawing/2014/main" id="{CA942A98-C171-982E-551D-E59FBFEFF92E}"/>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C2E5BA0D-33C2-2FFC-BFBC-D1CF38376477}"/>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11309574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37B5C8-2095-4D2D-97FE-E4E8D89379E1}"/>
              </a:ext>
            </a:extLst>
          </p:cNvPr>
          <p:cNvSpPr>
            <a:spLocks noGrp="1"/>
          </p:cNvSpPr>
          <p:nvPr>
            <p:ph type="sldNum" sz="quarter" idx="12"/>
          </p:nvPr>
        </p:nvSpPr>
        <p:spPr/>
        <p:txBody>
          <a:bodyPr/>
          <a:lstStyle/>
          <a:p>
            <a:fld id="{9EA0BE3B-158A-4EDF-80DC-E394A0D1600F}" type="slidenum">
              <a:rPr lang="en-US" smtClean="0"/>
              <a:pPr/>
              <a:t>12</a:t>
            </a:fld>
            <a:endParaRPr lang="en-US" dirty="0"/>
          </a:p>
        </p:txBody>
      </p:sp>
      <p:sp>
        <p:nvSpPr>
          <p:cNvPr id="3" name="Title 10">
            <a:extLst>
              <a:ext uri="{FF2B5EF4-FFF2-40B4-BE49-F238E27FC236}">
                <a16:creationId xmlns:a16="http://schemas.microsoft.com/office/drawing/2014/main" id="{F78B3876-6ECC-4098-BDD1-C48CE4B42721}"/>
              </a:ext>
            </a:extLst>
          </p:cNvPr>
          <p:cNvSpPr txBox="1">
            <a:spLocks/>
          </p:cNvSpPr>
          <p:nvPr/>
        </p:nvSpPr>
        <p:spPr>
          <a:xfrm>
            <a:off x="4181094" y="3021991"/>
            <a:ext cx="4197975" cy="814017"/>
          </a:xfrm>
          <a:prstGeom prst="rect">
            <a:avLst/>
          </a:prstGeom>
        </p:spPr>
        <p:txBody>
          <a:bodyPr/>
          <a:lstStyle>
            <a:lvl1pPr algn="l" defTabSz="914400" rtl="0" eaLnBrk="1" latinLnBrk="0" hangingPunct="1">
              <a:lnSpc>
                <a:spcPct val="90000"/>
              </a:lnSpc>
              <a:spcBef>
                <a:spcPct val="0"/>
              </a:spcBef>
              <a:buNone/>
              <a:defRPr sz="60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4800" dirty="0"/>
              <a:t>THANK YOU !</a:t>
            </a:r>
          </a:p>
        </p:txBody>
      </p:sp>
    </p:spTree>
    <p:extLst>
      <p:ext uri="{BB962C8B-B14F-4D97-AF65-F5344CB8AC3E}">
        <p14:creationId xmlns:p14="http://schemas.microsoft.com/office/powerpoint/2010/main" val="283053568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CB19AD86CDF2D4DBF9DAD694EFBC09D" ma:contentTypeVersion="7" ma:contentTypeDescription="Create a new document." ma:contentTypeScope="" ma:versionID="6423fc3df46fff0625ec86a02e55459f">
  <xsd:schema xmlns:xsd="http://www.w3.org/2001/XMLSchema" xmlns:xs="http://www.w3.org/2001/XMLSchema" xmlns:p="http://schemas.microsoft.com/office/2006/metadata/properties" xmlns:ns2="757826ba-dfa3-48aa-98b2-1e988427fee5" xmlns:ns3="e4770848-7955-4ec6-9f06-ace3904740ab" targetNamespace="http://schemas.microsoft.com/office/2006/metadata/properties" ma:root="true" ma:fieldsID="24cf96f43bac35fd0bad3b1a63bec25f" ns2:_="" ns3:_="">
    <xsd:import namespace="757826ba-dfa3-48aa-98b2-1e988427fee5"/>
    <xsd:import namespace="e4770848-7955-4ec6-9f06-ace3904740ab"/>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DateTaken"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57826ba-dfa3-48aa-98b2-1e988427fee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e4770848-7955-4ec6-9f06-ace3904740ab"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4646CC4-8286-4FA4-AD82-BCB6211243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57826ba-dfa3-48aa-98b2-1e988427fee5"/>
    <ds:schemaRef ds:uri="e4770848-7955-4ec6-9f06-ace3904740a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B3CAD26-AD2C-4FFF-9DF5-EC2C983C2D6F}">
  <ds:schemaRefs>
    <ds:schemaRef ds:uri="http://schemas.openxmlformats.org/package/2006/metadata/core-properties"/>
    <ds:schemaRef ds:uri="http://purl.org/dc/terms/"/>
    <ds:schemaRef ds:uri="http://purl.org/dc/dcmitype/"/>
    <ds:schemaRef ds:uri="http://www.w3.org/XML/1998/namespace"/>
    <ds:schemaRef ds:uri="http://purl.org/dc/elements/1.1/"/>
    <ds:schemaRef ds:uri="http://schemas.microsoft.com/office/infopath/2007/PartnerControls"/>
    <ds:schemaRef ds:uri="http://schemas.microsoft.com/office/2006/documentManagement/types"/>
    <ds:schemaRef ds:uri="c72df4cc-d2de-4b7e-8388-06b9b73bb217"/>
    <ds:schemaRef ds:uri="c070d92c-e005-4177-a1a8-b2208be38bba"/>
    <ds:schemaRef ds:uri="http://schemas.microsoft.com/office/2006/metadata/properties"/>
  </ds:schemaRefs>
</ds:datastoreItem>
</file>

<file path=customXml/itemProps3.xml><?xml version="1.0" encoding="utf-8"?>
<ds:datastoreItem xmlns:ds="http://schemas.openxmlformats.org/officeDocument/2006/customXml" ds:itemID="{045DE4D0-16BA-461B-9401-3A89C2173BD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683</TotalTime>
  <Words>192</Words>
  <Application>Microsoft Office PowerPoint</Application>
  <PresentationFormat>On-screen Show (4:3)</PresentationFormat>
  <Paragraphs>33</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Lato</vt:lpstr>
      <vt:lpstr>Times New Roman</vt:lpstr>
      <vt:lpstr>Office Theme</vt:lpstr>
      <vt:lpstr>PowerPoint Presentation</vt:lpstr>
      <vt:lpstr>ĐẠI HỌC BÁCH KHOA HÀ NỘI</vt:lpstr>
      <vt:lpstr>PowerPoint Presentation</vt:lpstr>
      <vt:lpstr>NỘI DUNG TRÌNH BÀY</vt:lpstr>
      <vt:lpstr>1. GIỚI THIỆU ĐỀ TÀI</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CHU VAN HIEU 20194046</cp:lastModifiedBy>
  <cp:revision>20</cp:revision>
  <dcterms:created xsi:type="dcterms:W3CDTF">2021-05-28T04:32:29Z</dcterms:created>
  <dcterms:modified xsi:type="dcterms:W3CDTF">2026-01-27T11:04:09Z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0x010100ECB19AD86CDF2D4DBF9DAD694EFBC09D</vt:lpwstr>
  </property>
  <property fmtid="{D5CDD505-2E9C-101B-9397-08002B2CF9AE}" pid="3" name="MediaServiceImageTags">
    <vt:lpwstr/>
  </property>
</Properties>
</file>